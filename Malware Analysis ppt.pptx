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4" r:id="rId7"/>
    <p:sldId id="261" r:id="rId8"/>
    <p:sldId id="262" r:id="rId9"/>
    <p:sldId id="263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65" r:id="rId26"/>
    <p:sldId id="283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A78EF-D77C-4CD2-B9FC-35D6B216D1DB}" v="466" dt="2026-04-13T04:50:16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3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7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6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5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4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0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4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8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7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AACAD-B9BB-4A80-9FAF-84193B498F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E41D8-A789-4405-868C-CE73C773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7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DEEPSCAN: ADVANCED FILE ANALYSIS &amp; YARA FORENSIC INTELLIGENCE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6575" y="4791807"/>
            <a:ext cx="8905363" cy="128367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                                    </a:t>
            </a:r>
            <a:r>
              <a:rPr lang="en-US" b="1" dirty="0"/>
              <a:t>                                      </a:t>
            </a:r>
            <a:r>
              <a:rPr lang="en-US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US" b="1" dirty="0">
                <a:latin typeface="Times New Roman"/>
                <a:cs typeface="Times New Roman"/>
              </a:rPr>
              <a:t>                                                                          ASHWANY</a:t>
            </a:r>
            <a:r>
              <a:rPr lang="en-US" b="1">
                <a:latin typeface="Times New Roman"/>
                <a:cs typeface="Times New Roman"/>
              </a:rPr>
              <a:t> CS [PRK25DS1001]</a:t>
            </a:r>
          </a:p>
          <a:p>
            <a:r>
              <a:rPr lang="en-US" b="1" dirty="0">
                <a:latin typeface="Times New Roman"/>
                <a:cs typeface="Times New Roman"/>
              </a:rPr>
              <a:t>                                                                                          </a:t>
            </a:r>
            <a:r>
              <a:rPr lang="en-US" b="1" err="1">
                <a:latin typeface="Times New Roman"/>
                <a:cs typeface="Times New Roman"/>
              </a:rPr>
              <a:t>ANAMIKA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>
                <a:latin typeface="Times New Roman"/>
                <a:cs typeface="Times New Roman"/>
              </a:rPr>
              <a:t>UNNIKRISHNAN [PRK25DS1002]</a:t>
            </a:r>
          </a:p>
          <a:p>
            <a:r>
              <a:rPr lang="en-US" b="1" dirty="0">
                <a:latin typeface="Times New Roman"/>
                <a:cs typeface="Times New Roman"/>
              </a:rPr>
              <a:t>                                                                         FARSANA</a:t>
            </a:r>
            <a:r>
              <a:rPr lang="en-US" b="1">
                <a:latin typeface="Times New Roman"/>
                <a:cs typeface="Times New Roman"/>
              </a:rPr>
              <a:t> P M [PRK25DS1004]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74430" y="426354"/>
            <a:ext cx="10498015" cy="104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7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723" y="1689947"/>
            <a:ext cx="10322077" cy="483862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Malware threats are increasing rapidly.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The project is built using Flask, YARA, and Python.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Users can upload files for scanning.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It detects malicious patterns using YARA rules.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It analyzes files using entropy, type, and hash values.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It shows risk levels, results, and generates reports.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72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914" y="1948731"/>
            <a:ext cx="10299543" cy="42282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Rapid growth of cyber threats and malware attacks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Malware causes data loss and security issues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Traditional detection uses signature-based methods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fr-FR">
                <a:latin typeface="Times New Roman"/>
                <a:cs typeface="Times New Roman"/>
              </a:rPr>
              <a:t> Modern malware uses obfuscation</a:t>
            </a:r>
            <a:r>
              <a:rPr lang="fr-FR" dirty="0">
                <a:latin typeface="Times New Roman"/>
                <a:cs typeface="Times New Roman"/>
              </a:rPr>
              <a:t> techniques</a:t>
            </a:r>
          </a:p>
          <a:p>
            <a:pPr marL="0" indent="0">
              <a:buNone/>
            </a:pPr>
            <a:endParaRPr lang="fr-FR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There is a need for advanced analysis methods</a:t>
            </a:r>
          </a:p>
        </p:txBody>
      </p:sp>
    </p:spTree>
    <p:extLst>
      <p:ext uri="{BB962C8B-B14F-4D97-AF65-F5344CB8AC3E}">
        <p14:creationId xmlns:p14="http://schemas.microsoft.com/office/powerpoint/2010/main" val="372729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  Increase in advanced malware attacks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 Signature-based detection is not enough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 Lack of integrated analysis systems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 Difficult to understand raw outputs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 Need for user-friendly and complete solution</a:t>
            </a:r>
          </a:p>
        </p:txBody>
      </p:sp>
    </p:spTree>
    <p:extLst>
      <p:ext uri="{BB962C8B-B14F-4D97-AF65-F5344CB8AC3E}">
        <p14:creationId xmlns:p14="http://schemas.microsoft.com/office/powerpoint/2010/main" val="207271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B892-46E2-1047-A45E-2380CC3A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TOOLS USED</a:t>
            </a:r>
            <a:endParaRPr lang="en-GB">
              <a:latin typeface="Times New Roman"/>
              <a:cs typeface="Times New Roman"/>
            </a:endParaRPr>
          </a:p>
          <a:p>
            <a:endParaRPr lang="en-GB" dirty="0"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22794-0E31-ED58-4B12-751D3D9C7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49130"/>
            <a:ext cx="5230854" cy="52085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,Sans-Serif" panose="020B0604020202020204" pitchFamily="34" charset="0"/>
              <a:buChar char="Ø"/>
            </a:pPr>
            <a:r>
              <a:rPr lang="en-US" sz="1800" dirty="0">
                <a:latin typeface="Times New Roman"/>
                <a:cs typeface="Times New Roman"/>
              </a:rPr>
              <a:t> </a:t>
            </a:r>
            <a:r>
              <a:rPr lang="en-US" b="1">
                <a:latin typeface="Times New Roman"/>
                <a:cs typeface="Times New Roman"/>
              </a:rPr>
              <a:t>Python</a:t>
            </a:r>
            <a:r>
              <a:rPr lang="en-US">
                <a:latin typeface="Times New Roman"/>
                <a:cs typeface="Times New Roman"/>
              </a:rPr>
              <a:t> – Core programming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b="1">
                <a:latin typeface="Times New Roman"/>
                <a:cs typeface="Times New Roman"/>
              </a:rPr>
              <a:t>Flask</a:t>
            </a:r>
            <a:r>
              <a:rPr lang="en-US">
                <a:latin typeface="Times New Roman"/>
                <a:cs typeface="Times New Roman"/>
              </a:rPr>
              <a:t> – Backend framework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b="1">
                <a:latin typeface="Times New Roman"/>
                <a:cs typeface="Times New Roman"/>
              </a:rPr>
              <a:t>YARA</a:t>
            </a:r>
            <a:r>
              <a:rPr lang="en-US">
                <a:latin typeface="Times New Roman"/>
                <a:cs typeface="Times New Roman"/>
              </a:rPr>
              <a:t> – Malware detection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b="1">
                <a:latin typeface="Times New Roman"/>
                <a:cs typeface="Times New Roman"/>
              </a:rPr>
              <a:t> HTML, CSS, JavaScript</a:t>
            </a:r>
            <a:r>
              <a:rPr lang="en-US">
                <a:latin typeface="Times New Roman"/>
                <a:cs typeface="Times New Roman"/>
              </a:rPr>
              <a:t> – UI design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B881B-C63A-476D-793F-4FCABAF1D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9571" y="1690883"/>
            <a:ext cx="5245817" cy="44987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,Sans-Serif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b="1" dirty="0">
                <a:latin typeface="Times New Roman"/>
                <a:cs typeface="Times New Roman"/>
              </a:rPr>
              <a:t>ReportLab </a:t>
            </a:r>
            <a:r>
              <a:rPr lang="en-US" dirty="0">
                <a:latin typeface="Times New Roman"/>
                <a:cs typeface="Times New Roman"/>
              </a:rPr>
              <a:t>– PDF reports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b="1" dirty="0">
                <a:latin typeface="Times New Roman"/>
                <a:cs typeface="Times New Roman"/>
              </a:rPr>
              <a:t>Libraries </a:t>
            </a:r>
            <a:r>
              <a:rPr lang="en-US" dirty="0">
                <a:latin typeface="Times New Roman"/>
                <a:cs typeface="Times New Roman"/>
              </a:rPr>
              <a:t>– hashlib, mimetypes, math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b="1">
                <a:latin typeface="Times New Roman"/>
                <a:cs typeface="Times New Roman"/>
              </a:rPr>
              <a:t>Matplotlib</a:t>
            </a:r>
            <a:r>
              <a:rPr lang="en-US">
                <a:latin typeface="Times New Roman"/>
                <a:cs typeface="Times New Roman"/>
              </a:rPr>
              <a:t> – Visualization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b="1">
                <a:latin typeface="Times New Roman"/>
                <a:cs typeface="Times New Roman"/>
              </a:rPr>
              <a:t> Kali Linux </a:t>
            </a:r>
            <a:r>
              <a:rPr lang="en-US">
                <a:latin typeface="Times New Roman"/>
                <a:cs typeface="Times New Roman"/>
              </a:rPr>
              <a:t>– Testing environment</a:t>
            </a:r>
            <a:endParaRPr lang="en-US" dirty="0">
              <a:latin typeface="Times New Roman"/>
              <a:cs typeface="Times New Roman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562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39" y="14364"/>
            <a:ext cx="10866361" cy="168841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6" name="Content Placeholder 5" descr="A diagram of malware analysis&#10;&#10;AI-generated content may be incorrect.">
            <a:extLst>
              <a:ext uri="{FF2B5EF4-FFF2-40B4-BE49-F238E27FC236}">
                <a16:creationId xmlns:a16="http://schemas.microsoft.com/office/drawing/2014/main" id="{1E6D8007-28ED-D29B-3E7C-F7B107820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763" y="1516619"/>
            <a:ext cx="10752665" cy="496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2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7" y="365125"/>
            <a:ext cx="10938933" cy="73289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EXISTING SYSTEM AND ITS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248" y="1281340"/>
            <a:ext cx="10636552" cy="5222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EXISTING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Uses signature-based detection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Standalone antivirus tools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Limited analysis features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No integration between modules</a:t>
            </a:r>
          </a:p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DISADVANTAGES OF EXISTING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Cannot detect unknown malware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Weak against obfuscation techniques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No entropy or hash analysis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No proper dashboard</a:t>
            </a:r>
          </a:p>
        </p:txBody>
      </p:sp>
    </p:spTree>
    <p:extLst>
      <p:ext uri="{BB962C8B-B14F-4D97-AF65-F5344CB8AC3E}">
        <p14:creationId xmlns:p14="http://schemas.microsoft.com/office/powerpoint/2010/main" val="2098470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7" y="2269"/>
            <a:ext cx="10938933" cy="17005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PROPOSED SYSTEM AND ITS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531"/>
            <a:ext cx="10515600" cy="48714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PROPOSED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Integrated malware detection and analysis system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Combines YARA with advanced analytical techniques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Allows file upload and real-time scanning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Performs detailed file analysis (entropy, hash, file type)</a:t>
            </a:r>
          </a:p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ADVANTAGES OF PROPOSED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Improves detection accuracy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Detects both known and suspicious patterns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Provides clear and structured output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 Supports real-time analysis</a:t>
            </a:r>
          </a:p>
        </p:txBody>
      </p:sp>
    </p:spTree>
    <p:extLst>
      <p:ext uri="{BB962C8B-B14F-4D97-AF65-F5344CB8AC3E}">
        <p14:creationId xmlns:p14="http://schemas.microsoft.com/office/powerpoint/2010/main" val="219020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613" y="174032"/>
            <a:ext cx="2930584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b="1">
                <a:latin typeface="Times New Roman"/>
                <a:cs typeface="Times New Roman"/>
              </a:rPr>
              <a:t>OUTPUT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252734-9C76-E8E6-3FBB-643D480B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90" y="2405149"/>
            <a:ext cx="10080961" cy="389939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B6A52-4F58-1ABA-E29A-C1510B663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16"/>
            <a:ext cx="10515600" cy="45811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3600" b="1">
                <a:latin typeface="Times New Roman"/>
                <a:ea typeface="Calibri" panose="020F0502020204030204"/>
                <a:cs typeface="Times New Roman"/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384397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6A5D1-C04E-7585-647E-DAD2B39F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High Risk File Analysis</a:t>
            </a:r>
            <a:endParaRPr lang="en-US">
              <a:ea typeface="Calibri Light"/>
              <a:cs typeface="Calibri Light"/>
            </a:endParaRPr>
          </a:p>
          <a:p>
            <a:endParaRPr lang="en-GB" sz="5200">
              <a:ea typeface="Calibri Light"/>
              <a:cs typeface="Calibri Ligh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D64B07-2ED1-D7D6-22E8-99956116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08" r="-1" b="-1"/>
          <a:stretch>
            <a:fillRect/>
          </a:stretch>
        </p:blipFill>
        <p:spPr>
          <a:xfrm>
            <a:off x="838200" y="1471615"/>
            <a:ext cx="10526924" cy="48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4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A6A143-2ECA-C773-EEC4-C8688A94B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2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79F1AC-BF05-6AE1-95AF-F60307668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80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2B377-727D-BC16-E55A-CFBAF3F3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271"/>
            <a:ext cx="10501223" cy="1056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Medium Risk File Analysis</a:t>
            </a:r>
            <a:endParaRPr lang="en-US">
              <a:latin typeface="Times New Roman"/>
              <a:cs typeface="Times New Roman"/>
            </a:endParaRPr>
          </a:p>
          <a:p>
            <a:endParaRPr lang="en-US" sz="520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F0F223-4593-CDEC-B75E-A5114182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05" r="-1" b="-1"/>
          <a:stretch>
            <a:fillRect/>
          </a:stretch>
        </p:blipFill>
        <p:spPr>
          <a:xfrm>
            <a:off x="838200" y="1414106"/>
            <a:ext cx="10512547" cy="488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2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9D7E1-68F4-1FD9-33CD-A77976B9A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" r="-2" b="-2"/>
          <a:stretch>
            <a:fillRect/>
          </a:stretch>
        </p:blipFill>
        <p:spPr>
          <a:xfrm>
            <a:off x="1141269" y="643466"/>
            <a:ext cx="990946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1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4A66FF-43E2-F927-C2E7-EAF1632CA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042"/>
          <a:stretch>
            <a:fillRect/>
          </a:stretch>
        </p:blipFill>
        <p:spPr>
          <a:xfrm>
            <a:off x="1143024" y="643466"/>
            <a:ext cx="990595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21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A958-6DF6-16D7-8B83-3BF12762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32" y="365125"/>
            <a:ext cx="10472468" cy="894243"/>
          </a:xfrm>
        </p:spPr>
        <p:txBody>
          <a:bodyPr/>
          <a:lstStyle/>
          <a:p>
            <a:r>
              <a:rPr lang="en-GB" b="1">
                <a:latin typeface="Times New Roman"/>
                <a:ea typeface="Calibri Light"/>
                <a:cs typeface="Times New Roman"/>
              </a:rPr>
              <a:t>Safe File Analysis</a:t>
            </a:r>
            <a:endParaRPr lang="en-GB" b="1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9052C8-5AA5-8458-C07A-08C96F8EA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027" y="1667477"/>
            <a:ext cx="10463345" cy="478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7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605AC0-E8C9-97BD-C278-614D806C7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1143003" y="643466"/>
            <a:ext cx="990599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F3C2D6-5F9E-CF94-EFB2-AF21EDF60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08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138A-F130-9B77-8A52-729458F9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66" y="365125"/>
            <a:ext cx="10880034" cy="729216"/>
          </a:xfrm>
        </p:spPr>
        <p:txBody>
          <a:bodyPr/>
          <a:lstStyle/>
          <a:p>
            <a:r>
              <a:rPr lang="en-GB" b="1">
                <a:latin typeface="Times New Roman"/>
                <a:ea typeface="Calibri Light"/>
                <a:cs typeface="Times New Roman"/>
              </a:rPr>
              <a:t>PDF Reports Generated</a:t>
            </a:r>
            <a:endParaRPr lang="en-GB" b="1" dirty="0">
              <a:latin typeface="Times New Roman"/>
              <a:ea typeface="Calibri Light"/>
              <a:cs typeface="Times New Roman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89B1AC-43FF-45F6-59C3-26FFE0B50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06" y="1284495"/>
            <a:ext cx="10329369" cy="499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50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7D56F1-5B99-BBD3-006C-35AEF3DB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3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25E710-C975-6451-0719-A197BC344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0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028063-40A4-F1F0-4555-9A44265A6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954C2D-53BC-64B5-3A42-0D6F851E2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86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D660C2-F7C0-23E9-D037-386D3876F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42" y="643466"/>
            <a:ext cx="990411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48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296" y="365125"/>
            <a:ext cx="11011504" cy="93851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34"/>
            <a:ext cx="10878456" cy="518590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Machine learning can be added for advanced detection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YARA rules database can be expanded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Real-time monitoring can be implemented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Cloud-based analysis can be introduced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User authentication can be added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cs typeface="Times New Roman"/>
              </a:rPr>
              <a:t> Sandbox-based analysis can be included</a:t>
            </a:r>
            <a:br>
              <a:rPr lang="en-US" dirty="0"/>
            </a:b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65443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37AA-3060-DCE5-5E3E-CDF733DB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Times New Roman"/>
                <a:ea typeface="Calibri Light"/>
                <a:cs typeface="Times New Roman"/>
              </a:rPr>
              <a:t>CONCLUSION</a:t>
            </a:r>
            <a:endParaRPr lang="en-GB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9B94-C331-A0AA-E5CA-B1E7FF95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95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Times New Roman"/>
              </a:rPr>
              <a:t> The system provides an effective solution for malware detection. 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Times New Roman"/>
              </a:rPr>
              <a:t> It improves accuracy using multiple analysis techniques. 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Times New Roman"/>
              </a:rPr>
              <a:t> The dashboard makes results easy to understand. 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GB" dirty="0">
                <a:latin typeface="Times New Roman"/>
                <a:ea typeface="+mn-lt"/>
                <a:cs typeface="Times New Roman"/>
              </a:rPr>
              <a:t>It helps users identify and manage threats quickly. </a:t>
            </a:r>
            <a:endParaRPr lang="en-GB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Times New Roman"/>
              </a:rPr>
              <a:t>The project enhances overall cybersecurity awareness and response.</a:t>
            </a:r>
            <a:endParaRPr lang="en-GB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GB" dirty="0"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545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615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375</Words>
  <Application>Microsoft Office PowerPoint</Application>
  <PresentationFormat>Widescreen</PresentationFormat>
  <Paragraphs>60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DEEPSCAN: ADVANCED FILE ANALYSIS &amp; YARA FORENSIC INTELLIGENCE SUITE</vt:lpstr>
      <vt:lpstr>ABSTRACT</vt:lpstr>
      <vt:lpstr>INTRODUCTION</vt:lpstr>
      <vt:lpstr>PROBLEM STATEMENT</vt:lpstr>
      <vt:lpstr>TOOLS USED </vt:lpstr>
      <vt:lpstr>ARCHITECTURE DIAGRAM</vt:lpstr>
      <vt:lpstr>EXISTING SYSTEM AND ITS DISADVANTAGES</vt:lpstr>
      <vt:lpstr>PROPOSED SYSTEM AND ITS ADVANTAGES</vt:lpstr>
      <vt:lpstr>OUTPUT</vt:lpstr>
      <vt:lpstr>High Risk File Analysis </vt:lpstr>
      <vt:lpstr>PowerPoint Presentation</vt:lpstr>
      <vt:lpstr>PowerPoint Presentation</vt:lpstr>
      <vt:lpstr>Medium Risk File Analysis </vt:lpstr>
      <vt:lpstr>PowerPoint Presentation</vt:lpstr>
      <vt:lpstr>PowerPoint Presentation</vt:lpstr>
      <vt:lpstr>Safe File Analysis</vt:lpstr>
      <vt:lpstr>PowerPoint Presentation</vt:lpstr>
      <vt:lpstr>PowerPoint Presentation</vt:lpstr>
      <vt:lpstr>PDF Reports Generated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DEEPSCAN: ADVANCED FILE ANALYSIS &amp; YARA FORENSIC INTELLIGENCE SUITE</dc:title>
  <dc:creator>USER</dc:creator>
  <cp:lastModifiedBy>USER</cp:lastModifiedBy>
  <cp:revision>270</cp:revision>
  <dcterms:created xsi:type="dcterms:W3CDTF">2026-04-12T16:51:31Z</dcterms:created>
  <dcterms:modified xsi:type="dcterms:W3CDTF">2026-04-13T04:54:21Z</dcterms:modified>
</cp:coreProperties>
</file>